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handoutMasterIdLst>
    <p:handoutMasterId r:id="rId4"/>
  </p:handoutMasterIdLst>
  <p:sldIdLst>
    <p:sldId id="261" r:id="rId2"/>
    <p:sldId id="262" r:id="rId9"/>
    <p:sldId id="263" r:id="rId10"/>
  </p:sldIdLst>
  <p:sldSz cx="7559675" cy="10691813"/>
  <p:notesSz cx="6858000" cy="9144000"/>
  <p:defaultTextStyle>
    <a:defPPr>
      <a:defRPr lang="ja-JP"/>
    </a:defPPr>
    <a:lvl1pPr marL="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" userDrawn="1">
          <p15:clr>
            <a:srgbClr val="A4A3A4"/>
          </p15:clr>
        </p15:guide>
        <p15:guide id="2" pos="149" userDrawn="1">
          <p15:clr>
            <a:srgbClr val="A4A3A4"/>
          </p15:clr>
        </p15:guide>
        <p15:guide id="3" pos="4613" userDrawn="1">
          <p15:clr>
            <a:srgbClr val="A4A3A4"/>
          </p15:clr>
        </p15:guide>
        <p15:guide id="4" orient="horz" pos="6578" userDrawn="1">
          <p15:clr>
            <a:srgbClr val="A4A3A4"/>
          </p15:clr>
        </p15:guide>
        <p15:guide id="5" orient="horz" pos="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208"/>
  </p:normalViewPr>
  <p:slideViewPr>
    <p:cSldViewPr snapToGrid="0" snapToObjects="1">
      <p:cViewPr varScale="1">
        <p:scale>
          <a:sx n="79" d="100"/>
          <a:sy n="79" d="100"/>
        </p:scale>
        <p:origin x="2992" y="232"/>
      </p:cViewPr>
      <p:guideLst>
        <p:guide orient="horz" pos="238"/>
        <p:guide pos="149"/>
        <p:guide pos="4613"/>
        <p:guide orient="horz" pos="6578"/>
        <p:guide orient="horz" pos="4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C396C-111D-DE4C-A3DD-74D4A1DD8368}" type="datetimeFigureOut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4577C-CBC4-D14D-8156-757AA14F9D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46058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1B931-7B8C-D94C-9075-583121FDFE4A}" type="datetimeFigureOut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4164-3683-6541-8E29-303F4B309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549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C4164-3683-6541-8E29-303F4B309614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ヘッダー プレースホルダー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6895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4DB3-7F73-41D6-8B3B-9FCE3D139A13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356F-FB46-4484-A47C-DA29FE07FB72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29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B9460-D311-46B8-815D-39F1B02F5777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80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AF91-51E8-40D2-BE3E-6B05FE953A60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7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2996-5B50-434E-9234-E1D444B2778A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469F6-B528-4A4D-861D-4EA59791D32A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5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B88A2-4062-4F34-8EBA-E7C2B8FF3E52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21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DEA9-7417-46D2-9C48-1672910C215A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36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8723-ACDE-4C12-B11A-BAFFD8CEAB7F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8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F040-6957-4E74-A914-5E837CF317D9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51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DA8-2E7D-4D1B-A4B5-9230ECDD978D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8689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77EE5-B6A9-43A7-B51E-6DE7BD658634}" type="datetime1">
              <a:rPr kumimoji="1" lang="ja-JP" altLang="en-US" smtClean="0"/>
              <a:t>2021/2/10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34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______.xlsx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23851" y="2321156"/>
            <a:ext cx="6911974" cy="198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株式会社芸文社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ja-JP" altLang="en-US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テンプレート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読者アンケート（</a:t>
            </a:r>
            <a:r>
              <a:rPr lang="en-US" altLang="ja-JP" sz="1600" dirty="0">
                <a:latin typeface="MS Mincho" charset="-128"/>
                <a:ea typeface="MS Mincho" charset="-128"/>
                <a:cs typeface="MS Mincho" charset="-128"/>
              </a:rPr>
              <a:t>WEB</a:t>
            </a:r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）</a:t>
            </a:r>
            <a:endParaRPr lang="en-US" altLang="ja-JP" sz="1600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調査報告書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23925" y="7585381"/>
            <a:ext cx="5111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調査方法		アンケートサイト集計</a:t>
            </a: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調査期間　	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201x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年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〜 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endParaRPr lang="en-US" altLang="ja-JP" sz="1400" dirty="0">
              <a:latin typeface="MS Mincho" charset="-128"/>
              <a:ea typeface="MS Mincho" charset="-128"/>
              <a:cs typeface="MS Mincho" charset="-128"/>
            </a:endParaRP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回答数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	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件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</a:t>
            </a:fld>
            <a:endParaRPr kumimoji="1" lang="ja-JP" altLang="en-US"/>
          </a:p>
        </p:txBody>
      </p:sp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423123"/>
              </p:ext>
            </p:extLst>
          </p:nvPr>
        </p:nvGraphicFramePr>
        <p:xfrm>
          <a:off x="234676" y="8510677"/>
          <a:ext cx="7088462" cy="705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" name="Worksheet" r:id="rId4" imgW="5810215" imgH="577895" progId="Excel.Sheet.12">
                  <p:embed/>
                </p:oleObj>
              </mc:Choice>
              <mc:Fallback>
                <p:oleObj name="Worksheet" r:id="rId4" imgW="5810215" imgH="57789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676" y="8510677"/>
                        <a:ext cx="7088462" cy="705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890313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3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49" y="3812000"/>
            <a:ext cx="5065776" cy="30678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3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0162" y="24606"/>
            <a:ext cx="20320000" cy="10642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11907</TotalTime>
  <Words>55</Words>
  <Application>Microsoft Macintosh PowerPoint</Application>
  <PresentationFormat>ユーザー設定</PresentationFormat>
  <Paragraphs>13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MS Mincho</vt:lpstr>
      <vt:lpstr>Yu Gothic</vt:lpstr>
      <vt:lpstr>Arial</vt:lpstr>
      <vt:lpstr>Calibri</vt:lpstr>
      <vt:lpstr>Calibri Light</vt:lpstr>
      <vt:lpstr>ホワイト</vt:lpstr>
      <vt:lpstr>Worksheet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住岡 秀宣</dc:creator>
  <cp:lastModifiedBy>佐々木　剛志</cp:lastModifiedBy>
  <cp:revision>109</cp:revision>
  <cp:lastPrinted>2015-12-08T07:36:09Z</cp:lastPrinted>
  <dcterms:created xsi:type="dcterms:W3CDTF">2015-10-23T07:42:10Z</dcterms:created>
  <dcterms:modified xsi:type="dcterms:W3CDTF">2021-02-10T06:41:40Z</dcterms:modified>
</cp:coreProperties>
</file>