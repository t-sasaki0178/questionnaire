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3"/>
  </p:notesMasterIdLst>
  <p:handoutMasterIdLst>
    <p:handoutMasterId r:id="rId4"/>
  </p:handoutMasterIdLst>
  <p:sldIdLst>
    <p:sldId id="261" r:id="rId2"/>
  </p:sldIdLst>
  <p:sldSz cx="7559675" cy="10691813"/>
  <p:notesSz cx="6858000" cy="9144000"/>
  <p:defaultTextStyle>
    <a:defPPr>
      <a:defRPr lang="ja-JP"/>
    </a:defPPr>
    <a:lvl1pPr marL="0" algn="l" defTabSz="1042938" rtl="0" eaLnBrk="1" latinLnBrk="0" hangingPunct="1">
      <a:defRPr kumimoji="1" sz="2053" kern="1200">
        <a:solidFill>
          <a:schemeClr val="tx1"/>
        </a:solidFill>
        <a:latin typeface="+mn-lt"/>
        <a:ea typeface="+mn-ea"/>
        <a:cs typeface="+mn-cs"/>
      </a:defRPr>
    </a:lvl1pPr>
    <a:lvl2pPr marL="521468" algn="l" defTabSz="1042938" rtl="0" eaLnBrk="1" latinLnBrk="0" hangingPunct="1">
      <a:defRPr kumimoji="1" sz="2053" kern="1200">
        <a:solidFill>
          <a:schemeClr val="tx1"/>
        </a:solidFill>
        <a:latin typeface="+mn-lt"/>
        <a:ea typeface="+mn-ea"/>
        <a:cs typeface="+mn-cs"/>
      </a:defRPr>
    </a:lvl2pPr>
    <a:lvl3pPr marL="1042938" algn="l" defTabSz="1042938" rtl="0" eaLnBrk="1" latinLnBrk="0" hangingPunct="1">
      <a:defRPr kumimoji="1" sz="2053" kern="1200">
        <a:solidFill>
          <a:schemeClr val="tx1"/>
        </a:solidFill>
        <a:latin typeface="+mn-lt"/>
        <a:ea typeface="+mn-ea"/>
        <a:cs typeface="+mn-cs"/>
      </a:defRPr>
    </a:lvl3pPr>
    <a:lvl4pPr marL="1564406" algn="l" defTabSz="1042938" rtl="0" eaLnBrk="1" latinLnBrk="0" hangingPunct="1">
      <a:defRPr kumimoji="1" sz="2053" kern="1200">
        <a:solidFill>
          <a:schemeClr val="tx1"/>
        </a:solidFill>
        <a:latin typeface="+mn-lt"/>
        <a:ea typeface="+mn-ea"/>
        <a:cs typeface="+mn-cs"/>
      </a:defRPr>
    </a:lvl4pPr>
    <a:lvl5pPr marL="2085874" algn="l" defTabSz="1042938" rtl="0" eaLnBrk="1" latinLnBrk="0" hangingPunct="1">
      <a:defRPr kumimoji="1" sz="2053" kern="1200">
        <a:solidFill>
          <a:schemeClr val="tx1"/>
        </a:solidFill>
        <a:latin typeface="+mn-lt"/>
        <a:ea typeface="+mn-ea"/>
        <a:cs typeface="+mn-cs"/>
      </a:defRPr>
    </a:lvl5pPr>
    <a:lvl6pPr marL="2607342" algn="l" defTabSz="1042938" rtl="0" eaLnBrk="1" latinLnBrk="0" hangingPunct="1">
      <a:defRPr kumimoji="1" sz="2053" kern="1200">
        <a:solidFill>
          <a:schemeClr val="tx1"/>
        </a:solidFill>
        <a:latin typeface="+mn-lt"/>
        <a:ea typeface="+mn-ea"/>
        <a:cs typeface="+mn-cs"/>
      </a:defRPr>
    </a:lvl6pPr>
    <a:lvl7pPr marL="3128812" algn="l" defTabSz="1042938" rtl="0" eaLnBrk="1" latinLnBrk="0" hangingPunct="1">
      <a:defRPr kumimoji="1" sz="2053" kern="1200">
        <a:solidFill>
          <a:schemeClr val="tx1"/>
        </a:solidFill>
        <a:latin typeface="+mn-lt"/>
        <a:ea typeface="+mn-ea"/>
        <a:cs typeface="+mn-cs"/>
      </a:defRPr>
    </a:lvl7pPr>
    <a:lvl8pPr marL="3650280" algn="l" defTabSz="1042938" rtl="0" eaLnBrk="1" latinLnBrk="0" hangingPunct="1">
      <a:defRPr kumimoji="1" sz="2053" kern="1200">
        <a:solidFill>
          <a:schemeClr val="tx1"/>
        </a:solidFill>
        <a:latin typeface="+mn-lt"/>
        <a:ea typeface="+mn-ea"/>
        <a:cs typeface="+mn-cs"/>
      </a:defRPr>
    </a:lvl8pPr>
    <a:lvl9pPr marL="4171748" algn="l" defTabSz="1042938" rtl="0" eaLnBrk="1" latinLnBrk="0" hangingPunct="1">
      <a:defRPr kumimoji="1" sz="20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" userDrawn="1">
          <p15:clr>
            <a:srgbClr val="A4A3A4"/>
          </p15:clr>
        </p15:guide>
        <p15:guide id="2" pos="149" userDrawn="1">
          <p15:clr>
            <a:srgbClr val="A4A3A4"/>
          </p15:clr>
        </p15:guide>
        <p15:guide id="3" pos="4613" userDrawn="1">
          <p15:clr>
            <a:srgbClr val="A4A3A4"/>
          </p15:clr>
        </p15:guide>
        <p15:guide id="4" orient="horz" pos="6578" userDrawn="1">
          <p15:clr>
            <a:srgbClr val="A4A3A4"/>
          </p15:clr>
        </p15:guide>
        <p15:guide id="5" orient="horz" pos="4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5940"/>
  </p:normalViewPr>
  <p:slideViewPr>
    <p:cSldViewPr snapToGrid="0" snapToObjects="1">
      <p:cViewPr varScale="1">
        <p:scale>
          <a:sx n="71" d="100"/>
          <a:sy n="71" d="100"/>
        </p:scale>
        <p:origin x="3152" y="168"/>
      </p:cViewPr>
      <p:guideLst>
        <p:guide orient="horz" pos="238"/>
        <p:guide pos="149"/>
        <p:guide pos="4613"/>
        <p:guide orient="horz" pos="6578"/>
        <p:guide orient="horz" pos="4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kumimoji="1" lang="ja-JP" altLang="de-DE"/>
              <a:t>株式会社芸文社　</a:t>
            </a:r>
            <a:r>
              <a:rPr kumimoji="1" lang="de-DE" altLang="ja-JP"/>
              <a:t>Nostalgic Hero VOL.169 2015-6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8C396C-111D-DE4C-A3DD-74D4A1DD8368}" type="datetimeFigureOut">
              <a:rPr kumimoji="1" lang="ja-JP" altLang="en-US" smtClean="0"/>
              <a:t>2020/4/1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14577C-CBC4-D14D-8156-757AA14F9D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5460588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kumimoji="1" lang="ja-JP" altLang="de-DE"/>
              <a:t>株式会社芸文社　</a:t>
            </a:r>
            <a:r>
              <a:rPr kumimoji="1" lang="de-DE" altLang="ja-JP"/>
              <a:t>Nostalgic Hero VOL.169 2015-6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61B931-7B8C-D94C-9075-583121FDFE4A}" type="datetimeFigureOut">
              <a:rPr kumimoji="1" lang="ja-JP" altLang="en-US" smtClean="0"/>
              <a:t>2020/4/1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DC4164-3683-6541-8E29-303F4B3096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354971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1042938" rtl="0" eaLnBrk="1" latinLnBrk="0" hangingPunct="1">
      <a:defRPr kumimoji="1" sz="1369" kern="1200">
        <a:solidFill>
          <a:schemeClr val="tx1"/>
        </a:solidFill>
        <a:latin typeface="+mn-lt"/>
        <a:ea typeface="+mn-ea"/>
        <a:cs typeface="+mn-cs"/>
      </a:defRPr>
    </a:lvl1pPr>
    <a:lvl2pPr marL="521468" algn="l" defTabSz="1042938" rtl="0" eaLnBrk="1" latinLnBrk="0" hangingPunct="1">
      <a:defRPr kumimoji="1" sz="1369" kern="1200">
        <a:solidFill>
          <a:schemeClr val="tx1"/>
        </a:solidFill>
        <a:latin typeface="+mn-lt"/>
        <a:ea typeface="+mn-ea"/>
        <a:cs typeface="+mn-cs"/>
      </a:defRPr>
    </a:lvl2pPr>
    <a:lvl3pPr marL="1042938" algn="l" defTabSz="1042938" rtl="0" eaLnBrk="1" latinLnBrk="0" hangingPunct="1">
      <a:defRPr kumimoji="1" sz="1369" kern="1200">
        <a:solidFill>
          <a:schemeClr val="tx1"/>
        </a:solidFill>
        <a:latin typeface="+mn-lt"/>
        <a:ea typeface="+mn-ea"/>
        <a:cs typeface="+mn-cs"/>
      </a:defRPr>
    </a:lvl3pPr>
    <a:lvl4pPr marL="1564406" algn="l" defTabSz="1042938" rtl="0" eaLnBrk="1" latinLnBrk="0" hangingPunct="1">
      <a:defRPr kumimoji="1" sz="1369" kern="1200">
        <a:solidFill>
          <a:schemeClr val="tx1"/>
        </a:solidFill>
        <a:latin typeface="+mn-lt"/>
        <a:ea typeface="+mn-ea"/>
        <a:cs typeface="+mn-cs"/>
      </a:defRPr>
    </a:lvl4pPr>
    <a:lvl5pPr marL="2085874" algn="l" defTabSz="1042938" rtl="0" eaLnBrk="1" latinLnBrk="0" hangingPunct="1">
      <a:defRPr kumimoji="1" sz="1369" kern="1200">
        <a:solidFill>
          <a:schemeClr val="tx1"/>
        </a:solidFill>
        <a:latin typeface="+mn-lt"/>
        <a:ea typeface="+mn-ea"/>
        <a:cs typeface="+mn-cs"/>
      </a:defRPr>
    </a:lvl5pPr>
    <a:lvl6pPr marL="2607342" algn="l" defTabSz="1042938" rtl="0" eaLnBrk="1" latinLnBrk="0" hangingPunct="1">
      <a:defRPr kumimoji="1" sz="1369" kern="1200">
        <a:solidFill>
          <a:schemeClr val="tx1"/>
        </a:solidFill>
        <a:latin typeface="+mn-lt"/>
        <a:ea typeface="+mn-ea"/>
        <a:cs typeface="+mn-cs"/>
      </a:defRPr>
    </a:lvl6pPr>
    <a:lvl7pPr marL="3128812" algn="l" defTabSz="1042938" rtl="0" eaLnBrk="1" latinLnBrk="0" hangingPunct="1">
      <a:defRPr kumimoji="1" sz="1369" kern="1200">
        <a:solidFill>
          <a:schemeClr val="tx1"/>
        </a:solidFill>
        <a:latin typeface="+mn-lt"/>
        <a:ea typeface="+mn-ea"/>
        <a:cs typeface="+mn-cs"/>
      </a:defRPr>
    </a:lvl7pPr>
    <a:lvl8pPr marL="3650280" algn="l" defTabSz="1042938" rtl="0" eaLnBrk="1" latinLnBrk="0" hangingPunct="1">
      <a:defRPr kumimoji="1" sz="1369" kern="1200">
        <a:solidFill>
          <a:schemeClr val="tx1"/>
        </a:solidFill>
        <a:latin typeface="+mn-lt"/>
        <a:ea typeface="+mn-ea"/>
        <a:cs typeface="+mn-cs"/>
      </a:defRPr>
    </a:lvl8pPr>
    <a:lvl9pPr marL="4171748" algn="l" defTabSz="1042938" rtl="0" eaLnBrk="1" latinLnBrk="0" hangingPunct="1">
      <a:defRPr kumimoji="1" sz="136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DC4164-3683-6541-8E29-303F4B309614}" type="slidenum">
              <a:rPr kumimoji="1" lang="ja-JP" altLang="en-US" smtClean="0"/>
              <a:t>1</a:t>
            </a:fld>
            <a:endParaRPr kumimoji="1" lang="ja-JP" altLang="en-US"/>
          </a:p>
        </p:txBody>
      </p:sp>
      <p:sp>
        <p:nvSpPr>
          <p:cNvPr id="5" name="ヘッダー プレースホルダー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ja-JP" altLang="de-DE"/>
              <a:t>株式会社芸文社　</a:t>
            </a:r>
            <a:r>
              <a:rPr kumimoji="1" lang="de-DE" altLang="ja-JP"/>
              <a:t>Nostalgic Hero VOL.169 2015-6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4689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A4DB3-7F73-41D6-8B3B-9FCE3D139A13}" type="datetime1">
              <a:rPr kumimoji="1" lang="ja-JP" altLang="en-US" smtClean="0"/>
              <a:t>2020/4/1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カスタムカー　</a:t>
            </a:r>
            <a:r>
              <a:rPr kumimoji="1" lang="en-US" altLang="ja-JP"/>
              <a:t>2016</a:t>
            </a:r>
            <a:r>
              <a:rPr kumimoji="1" lang="ja-JP" altLang="en-US"/>
              <a:t>年</a:t>
            </a:r>
            <a:r>
              <a:rPr kumimoji="1" lang="en-US" altLang="ja-JP"/>
              <a:t>1</a:t>
            </a:r>
            <a:r>
              <a:rPr kumimoji="1" lang="ja-JP" altLang="en-US"/>
              <a:t>月号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6660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0356F-FB46-4484-A47C-DA29FE07FB72}" type="datetime1">
              <a:rPr kumimoji="1" lang="ja-JP" altLang="en-US" smtClean="0"/>
              <a:t>2020/4/1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カスタムカー　</a:t>
            </a:r>
            <a:r>
              <a:rPr kumimoji="1" lang="en-US" altLang="ja-JP"/>
              <a:t>2016</a:t>
            </a:r>
            <a:r>
              <a:rPr kumimoji="1" lang="ja-JP" altLang="en-US"/>
              <a:t>年</a:t>
            </a:r>
            <a:r>
              <a:rPr kumimoji="1" lang="en-US" altLang="ja-JP"/>
              <a:t>1</a:t>
            </a:r>
            <a:r>
              <a:rPr kumimoji="1" lang="ja-JP" altLang="en-US"/>
              <a:t>月号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5294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B9460-D311-46B8-815D-39F1B02F5777}" type="datetime1">
              <a:rPr kumimoji="1" lang="ja-JP" altLang="en-US" smtClean="0"/>
              <a:t>2020/4/1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カスタムカー　</a:t>
            </a:r>
            <a:r>
              <a:rPr kumimoji="1" lang="en-US" altLang="ja-JP"/>
              <a:t>2016</a:t>
            </a:r>
            <a:r>
              <a:rPr kumimoji="1" lang="ja-JP" altLang="en-US"/>
              <a:t>年</a:t>
            </a:r>
            <a:r>
              <a:rPr kumimoji="1" lang="en-US" altLang="ja-JP"/>
              <a:t>1</a:t>
            </a:r>
            <a:r>
              <a:rPr kumimoji="1" lang="ja-JP" altLang="en-US"/>
              <a:t>月号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6801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2AF91-51E8-40D2-BE3E-6B05FE953A60}" type="datetime1">
              <a:rPr kumimoji="1" lang="ja-JP" altLang="en-US" smtClean="0"/>
              <a:t>2020/4/1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カスタムカー　</a:t>
            </a:r>
            <a:r>
              <a:rPr kumimoji="1" lang="en-US" altLang="ja-JP"/>
              <a:t>2016</a:t>
            </a:r>
            <a:r>
              <a:rPr kumimoji="1" lang="ja-JP" altLang="en-US"/>
              <a:t>年</a:t>
            </a:r>
            <a:r>
              <a:rPr kumimoji="1" lang="en-US" altLang="ja-JP"/>
              <a:t>1</a:t>
            </a:r>
            <a:r>
              <a:rPr kumimoji="1" lang="ja-JP" altLang="en-US"/>
              <a:t>月号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3172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B2996-5B50-434E-9234-E1D444B2778A}" type="datetime1">
              <a:rPr kumimoji="1" lang="ja-JP" altLang="en-US" smtClean="0"/>
              <a:t>2020/4/1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カスタムカー　</a:t>
            </a:r>
            <a:r>
              <a:rPr kumimoji="1" lang="en-US" altLang="ja-JP"/>
              <a:t>2016</a:t>
            </a:r>
            <a:r>
              <a:rPr kumimoji="1" lang="ja-JP" altLang="en-US"/>
              <a:t>年</a:t>
            </a:r>
            <a:r>
              <a:rPr kumimoji="1" lang="en-US" altLang="ja-JP"/>
              <a:t>1</a:t>
            </a:r>
            <a:r>
              <a:rPr kumimoji="1" lang="ja-JP" altLang="en-US"/>
              <a:t>月号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918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469F6-B528-4A4D-861D-4EA59791D32A}" type="datetime1">
              <a:rPr kumimoji="1" lang="ja-JP" altLang="en-US" smtClean="0"/>
              <a:t>2020/4/1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カスタムカー　</a:t>
            </a:r>
            <a:r>
              <a:rPr kumimoji="1" lang="en-US" altLang="ja-JP"/>
              <a:t>2016</a:t>
            </a:r>
            <a:r>
              <a:rPr kumimoji="1" lang="ja-JP" altLang="en-US"/>
              <a:t>年</a:t>
            </a:r>
            <a:r>
              <a:rPr kumimoji="1" lang="en-US" altLang="ja-JP"/>
              <a:t>1</a:t>
            </a:r>
            <a:r>
              <a:rPr kumimoji="1" lang="ja-JP" altLang="en-US"/>
              <a:t>月号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1259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B88A2-4062-4F34-8EBA-E7C2B8FF3E52}" type="datetime1">
              <a:rPr kumimoji="1" lang="ja-JP" altLang="en-US" smtClean="0"/>
              <a:t>2020/4/1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カスタムカー　</a:t>
            </a:r>
            <a:r>
              <a:rPr kumimoji="1" lang="en-US" altLang="ja-JP"/>
              <a:t>2016</a:t>
            </a:r>
            <a:r>
              <a:rPr kumimoji="1" lang="ja-JP" altLang="en-US"/>
              <a:t>年</a:t>
            </a:r>
            <a:r>
              <a:rPr kumimoji="1" lang="en-US" altLang="ja-JP"/>
              <a:t>1</a:t>
            </a:r>
            <a:r>
              <a:rPr kumimoji="1" lang="ja-JP" altLang="en-US"/>
              <a:t>月号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8219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3DEA9-7417-46D2-9C48-1672910C215A}" type="datetime1">
              <a:rPr kumimoji="1" lang="ja-JP" altLang="en-US" smtClean="0"/>
              <a:t>2020/4/1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カスタムカー　</a:t>
            </a:r>
            <a:r>
              <a:rPr kumimoji="1" lang="en-US" altLang="ja-JP"/>
              <a:t>2016</a:t>
            </a:r>
            <a:r>
              <a:rPr kumimoji="1" lang="ja-JP" altLang="en-US"/>
              <a:t>年</a:t>
            </a:r>
            <a:r>
              <a:rPr kumimoji="1" lang="en-US" altLang="ja-JP"/>
              <a:t>1</a:t>
            </a:r>
            <a:r>
              <a:rPr kumimoji="1" lang="ja-JP" altLang="en-US"/>
              <a:t>月号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1368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ja-JP" altLang="en-US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8723-ACDE-4C12-B11A-BAFFD8CEAB7F}" type="datetime1">
              <a:rPr kumimoji="1" lang="ja-JP" altLang="en-US" smtClean="0"/>
              <a:t>2020/4/1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カスタムカー　</a:t>
            </a:r>
            <a:r>
              <a:rPr kumimoji="1" lang="en-US" altLang="ja-JP"/>
              <a:t>2016</a:t>
            </a:r>
            <a:r>
              <a:rPr kumimoji="1" lang="ja-JP" altLang="en-US"/>
              <a:t>年</a:t>
            </a:r>
            <a:r>
              <a:rPr kumimoji="1" lang="en-US" altLang="ja-JP"/>
              <a:t>1</a:t>
            </a:r>
            <a:r>
              <a:rPr kumimoji="1" lang="ja-JP" altLang="en-US"/>
              <a:t>月号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4887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CF040-6957-4E74-A914-5E837CF317D9}" type="datetime1">
              <a:rPr kumimoji="1" lang="ja-JP" altLang="en-US" smtClean="0"/>
              <a:t>2020/4/1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カスタムカー　</a:t>
            </a:r>
            <a:r>
              <a:rPr kumimoji="1" lang="en-US" altLang="ja-JP"/>
              <a:t>2016</a:t>
            </a:r>
            <a:r>
              <a:rPr kumimoji="1" lang="ja-JP" altLang="en-US"/>
              <a:t>年</a:t>
            </a:r>
            <a:r>
              <a:rPr kumimoji="1" lang="en-US" altLang="ja-JP"/>
              <a:t>1</a:t>
            </a:r>
            <a:r>
              <a:rPr kumimoji="1" lang="ja-JP" altLang="en-US"/>
              <a:t>月号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2513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52DA8-2E7D-4D1B-A4B5-9230ECDD978D}" type="datetime1">
              <a:rPr kumimoji="1" lang="ja-JP" altLang="en-US" smtClean="0"/>
              <a:t>2020/4/1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カスタムカー　</a:t>
            </a:r>
            <a:r>
              <a:rPr kumimoji="1" lang="en-US" altLang="ja-JP"/>
              <a:t>2016</a:t>
            </a:r>
            <a:r>
              <a:rPr kumimoji="1" lang="ja-JP" altLang="en-US"/>
              <a:t>年</a:t>
            </a:r>
            <a:r>
              <a:rPr kumimoji="1" lang="en-US" altLang="ja-JP"/>
              <a:t>1</a:t>
            </a:r>
            <a:r>
              <a:rPr kumimoji="1" lang="ja-JP" altLang="en-US"/>
              <a:t>月号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4868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277EE5-B6A9-43A7-B51E-6DE7BD658634}" type="datetime1">
              <a:rPr kumimoji="1" lang="ja-JP" altLang="en-US" smtClean="0"/>
              <a:t>2020/4/1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kumimoji="1" lang="ja-JP" altLang="en-US"/>
              <a:t>カスタムカー　</a:t>
            </a:r>
            <a:r>
              <a:rPr kumimoji="1" lang="en-US" altLang="ja-JP"/>
              <a:t>2016</a:t>
            </a:r>
            <a:r>
              <a:rPr kumimoji="1" lang="ja-JP" altLang="en-US"/>
              <a:t>年</a:t>
            </a:r>
            <a:r>
              <a:rPr kumimoji="1" lang="en-US" altLang="ja-JP"/>
              <a:t>1</a:t>
            </a:r>
            <a:r>
              <a:rPr kumimoji="1" lang="ja-JP" altLang="en-US"/>
              <a:t>月号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8345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dt="0"/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kumimoji="1"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kumimoji="1"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emf"/><Relationship Id="rId4" Type="http://schemas.openxmlformats.org/officeDocument/2006/relationships/package" Target="../embeddings/Microsoft_Excel_______.xlsx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323851" y="2321156"/>
            <a:ext cx="6911974" cy="1987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>
                <a:latin typeface="MS Mincho" charset="-128"/>
                <a:ea typeface="MS Mincho" charset="-128"/>
                <a:cs typeface="MS Mincho" charset="-128"/>
              </a:rPr>
              <a:t>株式会社芸文社</a:t>
            </a:r>
            <a:endParaRPr lang="en-US" altLang="ja-JP" dirty="0">
              <a:latin typeface="MS Mincho" charset="-128"/>
              <a:ea typeface="MS Mincho" charset="-128"/>
              <a:cs typeface="MS Mincho" charset="-128"/>
            </a:endParaRPr>
          </a:p>
          <a:p>
            <a:pPr algn="ctr"/>
            <a:endParaRPr lang="ja-JP" altLang="en-US" dirty="0">
              <a:latin typeface="MS Mincho" charset="-128"/>
              <a:ea typeface="MS Mincho" charset="-128"/>
              <a:cs typeface="MS Mincho" charset="-128"/>
            </a:endParaRPr>
          </a:p>
          <a:p>
            <a:pPr algn="ctr"/>
            <a:r>
              <a:rPr lang="ja-JP" altLang="en-US" dirty="0">
                <a:latin typeface="MS Mincho" charset="-128"/>
                <a:ea typeface="MS Mincho" charset="-128"/>
                <a:cs typeface="MS Mincho" charset="-128"/>
              </a:rPr>
              <a:t>テンプレート</a:t>
            </a:r>
            <a:endParaRPr lang="en-US" altLang="ja-JP" dirty="0">
              <a:latin typeface="MS Mincho" charset="-128"/>
              <a:ea typeface="MS Mincho" charset="-128"/>
              <a:cs typeface="MS Mincho" charset="-128"/>
            </a:endParaRPr>
          </a:p>
          <a:p>
            <a:pPr algn="ctr"/>
            <a:r>
              <a:rPr lang="ja-JP" altLang="en-US" sz="1600" dirty="0">
                <a:latin typeface="MS Mincho" charset="-128"/>
                <a:ea typeface="MS Mincho" charset="-128"/>
                <a:cs typeface="MS Mincho" charset="-128"/>
              </a:rPr>
              <a:t>読者アンケート（</a:t>
            </a:r>
            <a:r>
              <a:rPr lang="en-US" altLang="ja-JP" sz="1600" dirty="0">
                <a:latin typeface="MS Mincho" charset="-128"/>
                <a:ea typeface="MS Mincho" charset="-128"/>
                <a:cs typeface="MS Mincho" charset="-128"/>
              </a:rPr>
              <a:t>WEB</a:t>
            </a:r>
            <a:r>
              <a:rPr lang="ja-JP" altLang="en-US" sz="1600" dirty="0">
                <a:latin typeface="MS Mincho" charset="-128"/>
                <a:ea typeface="MS Mincho" charset="-128"/>
                <a:cs typeface="MS Mincho" charset="-128"/>
              </a:rPr>
              <a:t>）</a:t>
            </a:r>
            <a:endParaRPr lang="en-US" altLang="ja-JP" sz="1600" dirty="0">
              <a:latin typeface="MS Mincho" charset="-128"/>
              <a:ea typeface="MS Mincho" charset="-128"/>
              <a:cs typeface="MS Mincho" charset="-128"/>
            </a:endParaRPr>
          </a:p>
          <a:p>
            <a:pPr algn="ctr"/>
            <a:endParaRPr lang="en-US" altLang="ja-JP" dirty="0">
              <a:latin typeface="MS Mincho" charset="-128"/>
              <a:ea typeface="MS Mincho" charset="-128"/>
              <a:cs typeface="MS Mincho" charset="-128"/>
            </a:endParaRPr>
          </a:p>
          <a:p>
            <a:pPr algn="ctr"/>
            <a:r>
              <a:rPr lang="ja-JP" altLang="en-US" dirty="0">
                <a:latin typeface="MS Mincho" charset="-128"/>
                <a:ea typeface="MS Mincho" charset="-128"/>
                <a:cs typeface="MS Mincho" charset="-128"/>
              </a:rPr>
              <a:t>調査報告書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223925" y="7585381"/>
            <a:ext cx="511182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MS Mincho" charset="-128"/>
                <a:ea typeface="MS Mincho" charset="-128"/>
                <a:cs typeface="MS Mincho" charset="-128"/>
              </a:rPr>
              <a:t>調査方法		アンケートサイト集計</a:t>
            </a:r>
          </a:p>
          <a:p>
            <a:r>
              <a:rPr lang="ja-JP" altLang="en-US" sz="1400" dirty="0">
                <a:latin typeface="MS Mincho" charset="-128"/>
                <a:ea typeface="MS Mincho" charset="-128"/>
                <a:cs typeface="MS Mincho" charset="-128"/>
              </a:rPr>
              <a:t>調査期間　	</a:t>
            </a:r>
            <a:r>
              <a:rPr lang="ja-JP" altLang="en-US" sz="1400">
                <a:latin typeface="MS Mincho" charset="-128"/>
                <a:ea typeface="MS Mincho" charset="-128"/>
                <a:cs typeface="MS Mincho" charset="-128"/>
              </a:rPr>
              <a:t>	</a:t>
            </a:r>
            <a:r>
              <a:rPr lang="en-US" altLang="ja-JP" sz="1400" dirty="0">
                <a:latin typeface="MS Mincho" charset="-128"/>
                <a:ea typeface="MS Mincho" charset="-128"/>
                <a:cs typeface="MS Mincho" charset="-128"/>
              </a:rPr>
              <a:t>2020</a:t>
            </a:r>
            <a:r>
              <a:rPr lang="ja-JP" altLang="en-US" sz="1400">
                <a:latin typeface="MS Mincho" charset="-128"/>
                <a:ea typeface="MS Mincho" charset="-128"/>
                <a:cs typeface="MS Mincho" charset="-128"/>
              </a:rPr>
              <a:t>年</a:t>
            </a:r>
            <a:r>
              <a:rPr lang="en-US" altLang="ja-JP" sz="1400" dirty="0">
                <a:latin typeface="MS Mincho" charset="-128"/>
                <a:ea typeface="MS Mincho" charset="-128"/>
                <a:cs typeface="MS Mincho" charset="-128"/>
              </a:rPr>
              <a:t>xx</a:t>
            </a:r>
            <a:r>
              <a:rPr lang="ja-JP" altLang="en-US" sz="1400" dirty="0">
                <a:latin typeface="MS Mincho" charset="-128"/>
                <a:ea typeface="MS Mincho" charset="-128"/>
                <a:cs typeface="MS Mincho" charset="-128"/>
              </a:rPr>
              <a:t>月</a:t>
            </a:r>
            <a:r>
              <a:rPr lang="en-US" altLang="ja-JP" sz="1400" dirty="0">
                <a:latin typeface="MS Mincho" charset="-128"/>
                <a:ea typeface="MS Mincho" charset="-128"/>
                <a:cs typeface="MS Mincho" charset="-128"/>
              </a:rPr>
              <a:t>xx</a:t>
            </a:r>
            <a:r>
              <a:rPr lang="ja-JP" altLang="en-US" sz="1400" dirty="0">
                <a:latin typeface="MS Mincho" charset="-128"/>
                <a:ea typeface="MS Mincho" charset="-128"/>
                <a:cs typeface="MS Mincho" charset="-128"/>
              </a:rPr>
              <a:t>日</a:t>
            </a:r>
            <a:r>
              <a:rPr lang="en-US" altLang="ja-JP" sz="1400" dirty="0">
                <a:latin typeface="MS Mincho" charset="-128"/>
                <a:ea typeface="MS Mincho" charset="-128"/>
                <a:cs typeface="MS Mincho" charset="-128"/>
              </a:rPr>
              <a:t>〜 xx</a:t>
            </a:r>
            <a:r>
              <a:rPr lang="ja-JP" altLang="en-US" sz="1400" dirty="0">
                <a:latin typeface="MS Mincho" charset="-128"/>
                <a:ea typeface="MS Mincho" charset="-128"/>
                <a:cs typeface="MS Mincho" charset="-128"/>
              </a:rPr>
              <a:t>月</a:t>
            </a:r>
            <a:r>
              <a:rPr lang="en-US" altLang="ja-JP" sz="1400" dirty="0">
                <a:latin typeface="MS Mincho" charset="-128"/>
                <a:ea typeface="MS Mincho" charset="-128"/>
                <a:cs typeface="MS Mincho" charset="-128"/>
              </a:rPr>
              <a:t>xx</a:t>
            </a:r>
            <a:r>
              <a:rPr lang="ja-JP" altLang="en-US" sz="1400" dirty="0">
                <a:latin typeface="MS Mincho" charset="-128"/>
                <a:ea typeface="MS Mincho" charset="-128"/>
                <a:cs typeface="MS Mincho" charset="-128"/>
              </a:rPr>
              <a:t>日</a:t>
            </a:r>
            <a:endParaRPr lang="en-US" altLang="ja-JP" sz="1400" dirty="0">
              <a:latin typeface="MS Mincho" charset="-128"/>
              <a:ea typeface="MS Mincho" charset="-128"/>
              <a:cs typeface="MS Mincho" charset="-128"/>
            </a:endParaRPr>
          </a:p>
          <a:p>
            <a:r>
              <a:rPr lang="ja-JP" altLang="en-US" sz="1400" dirty="0">
                <a:latin typeface="MS Mincho" charset="-128"/>
                <a:ea typeface="MS Mincho" charset="-128"/>
                <a:cs typeface="MS Mincho" charset="-128"/>
              </a:rPr>
              <a:t>回答数	</a:t>
            </a:r>
            <a:r>
              <a:rPr lang="en-US" altLang="ja-JP" sz="1400" dirty="0">
                <a:latin typeface="MS Mincho" charset="-128"/>
                <a:ea typeface="MS Mincho" charset="-128"/>
                <a:cs typeface="MS Mincho" charset="-128"/>
              </a:rPr>
              <a:t>	xx</a:t>
            </a:r>
            <a:r>
              <a:rPr lang="ja-JP" altLang="en-US" sz="1400" dirty="0">
                <a:latin typeface="MS Mincho" charset="-128"/>
                <a:ea typeface="MS Mincho" charset="-128"/>
                <a:cs typeface="MS Mincho" charset="-128"/>
              </a:rPr>
              <a:t>件</a:t>
            </a: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カスタムカー　</a:t>
            </a:r>
            <a:r>
              <a:rPr kumimoji="1" lang="en-US" altLang="ja-JP"/>
              <a:t>2016</a:t>
            </a:r>
            <a:r>
              <a:rPr kumimoji="1" lang="ja-JP" altLang="en-US"/>
              <a:t>年</a:t>
            </a:r>
            <a:r>
              <a:rPr kumimoji="1" lang="en-US" altLang="ja-JP"/>
              <a:t>1</a:t>
            </a:r>
            <a:r>
              <a:rPr kumimoji="1" lang="ja-JP" altLang="en-US"/>
              <a:t>月号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1</a:t>
            </a:fld>
            <a:endParaRPr kumimoji="1" lang="ja-JP" altLang="en-US"/>
          </a:p>
        </p:txBody>
      </p:sp>
      <p:graphicFrame>
        <p:nvGraphicFramePr>
          <p:cNvPr id="9" name="オブジェクト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6423123"/>
              </p:ext>
            </p:extLst>
          </p:nvPr>
        </p:nvGraphicFramePr>
        <p:xfrm>
          <a:off x="234676" y="8510677"/>
          <a:ext cx="7088462" cy="7050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6" name="Worksheet" r:id="rId4" imgW="5810215" imgH="577895" progId="Excel.Sheet.12">
                  <p:embed/>
                </p:oleObj>
              </mc:Choice>
              <mc:Fallback>
                <p:oleObj name="Worksheet" r:id="rId4" imgW="5810215" imgH="57789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4676" y="8510677"/>
                        <a:ext cx="7088462" cy="7050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28903131"/>
      </p:ext>
    </p:extLst>
  </p:cSld>
  <p:clrMapOvr>
    <a:masterClrMapping/>
  </p:clrMapOvr>
</p:sld>
</file>

<file path=ppt/theme/theme1.xml><?xml version="1.0" encoding="utf-8"?>
<a:theme xmlns:a="http://schemas.openxmlformats.org/drawingml/2006/main" name="ホワイト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Yu Gothic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Yu Gothic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11897</TotalTime>
  <Words>55</Words>
  <Application>Microsoft Macintosh PowerPoint</Application>
  <PresentationFormat>ユーザー設定</PresentationFormat>
  <Paragraphs>13</Paragraphs>
  <Slides>1</Slides>
  <Notes>1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8" baseType="lpstr">
      <vt:lpstr>MS Mincho</vt:lpstr>
      <vt:lpstr>Yu Gothic</vt:lpstr>
      <vt:lpstr>Arial</vt:lpstr>
      <vt:lpstr>Calibri</vt:lpstr>
      <vt:lpstr>Calibri Light</vt:lpstr>
      <vt:lpstr>ホワイト</vt:lpstr>
      <vt:lpstr>Worksheet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住岡 秀宣</dc:creator>
  <cp:lastModifiedBy>久保田　歩美</cp:lastModifiedBy>
  <cp:revision>89</cp:revision>
  <cp:lastPrinted>2015-12-08T07:36:09Z</cp:lastPrinted>
  <dcterms:created xsi:type="dcterms:W3CDTF">2015-10-23T07:42:10Z</dcterms:created>
  <dcterms:modified xsi:type="dcterms:W3CDTF">2020-04-01T02:25:51Z</dcterms:modified>
</cp:coreProperties>
</file>