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9"/>
  </p:notesMasterIdLst>
  <p:handoutMasterIdLst>
    <p:handoutMasterId r:id="rId30"/>
  </p:handoutMasterIdLst>
  <p:sldIdLst>
    <p:sldId id="261" r:id="rId2"/>
    <p:sldId id="262" r:id="rId3"/>
    <p:sldId id="264" r:id="rId4"/>
    <p:sldId id="265" r:id="rId5"/>
    <p:sldId id="266" r:id="rId6"/>
    <p:sldId id="268" r:id="rId7"/>
    <p:sldId id="269" r:id="rId8"/>
    <p:sldId id="270" r:id="rId9"/>
    <p:sldId id="272" r:id="rId10"/>
    <p:sldId id="274" r:id="rId11"/>
    <p:sldId id="276" r:id="rId12"/>
    <p:sldId id="277" r:id="rId13"/>
    <p:sldId id="278" r:id="rId14"/>
    <p:sldId id="279" r:id="rId15"/>
    <p:sldId id="280" r:id="rId16"/>
    <p:sldId id="282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84" r:id="rId27"/>
    <p:sldId id="286" r:id="rId28"/>
  </p:sldIdLst>
  <p:sldSz cx="7559675" cy="10691813"/>
  <p:notesSz cx="6858000" cy="9144000"/>
  <p:defaultTextStyle>
    <a:defPPr>
      <a:defRPr lang="ja-JP"/>
    </a:defPPr>
    <a:lvl1pPr marL="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" userDrawn="1">
          <p15:clr>
            <a:srgbClr val="A4A3A4"/>
          </p15:clr>
        </p15:guide>
        <p15:guide id="2" pos="149" userDrawn="1">
          <p15:clr>
            <a:srgbClr val="A4A3A4"/>
          </p15:clr>
        </p15:guide>
        <p15:guide id="3" pos="4613" userDrawn="1">
          <p15:clr>
            <a:srgbClr val="A4A3A4"/>
          </p15:clr>
        </p15:guide>
        <p15:guide id="4" orient="horz" pos="6578" userDrawn="1">
          <p15:clr>
            <a:srgbClr val="A4A3A4"/>
          </p15:clr>
        </p15:guide>
        <p15:guide id="5" orient="horz" pos="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940"/>
  </p:normalViewPr>
  <p:slideViewPr>
    <p:cSldViewPr snapToGrid="0" snapToObjects="1">
      <p:cViewPr>
        <p:scale>
          <a:sx n="66" d="100"/>
          <a:sy n="66" d="100"/>
        </p:scale>
        <p:origin x="1863" y="144"/>
      </p:cViewPr>
      <p:guideLst>
        <p:guide orient="horz" pos="238"/>
        <p:guide pos="149"/>
        <p:guide pos="4613"/>
        <p:guide orient="horz" pos="6578"/>
        <p:guide orient="horz" pos="4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4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C396C-111D-DE4C-A3DD-74D4A1DD8368}" type="datetimeFigureOut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4577C-CBC4-D14D-8156-757AA14F9D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46058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1B931-7B8C-D94C-9075-583121FDFE4A}" type="datetimeFigureOut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4164-3683-6541-8E29-303F4B309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549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C4164-3683-6541-8E29-303F4B309614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ヘッダー プレースホルダー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68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3D52C-7ACE-4884-B86C-632DC6CFA375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6015-126F-453F-BB48-D49E9BDBDFA1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29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0AD4E-4100-4409-86F0-D1D49A1743C3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80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AD66-CAA0-44C7-BEC6-C6EB5AEBF9BB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7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F21FC-3207-4853-BA26-B8B4B4335DB9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C3B6-6FC9-43AF-9338-FB4EA39D586B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5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8974-521A-442C-BB33-C58607072279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21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EFA7D-E6FC-47F7-8EB6-98543E188A83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36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A736-2FB8-4C4F-A302-7DE0B89FA49E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8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ED42-0D1B-4A7F-87BD-FD3D0E0A8B40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51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9B060-8AD7-4AD4-A3A8-07E1E17EFF38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86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D1BB3-2996-499F-98A1-8CE01F7144D0}" type="datetime1">
              <a:rPr kumimoji="1" lang="ja-JP" altLang="en-US" smtClean="0"/>
              <a:t>2020/12/1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34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package" Target="../embeddings/Microsoft_Excel_Worksheet3.xlsx"/><Relationship Id="rId7" Type="http://schemas.openxmlformats.org/officeDocument/2006/relationships/package" Target="../embeddings/Microsoft_Excel_Worksheet5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Excel_Worksheet4.xlsx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package" Target="../embeddings/Microsoft_Excel_Worksheet6.xlsx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package" Target="../embeddings/Microsoft_Excel_Worksheet7.xlsx"/><Relationship Id="rId7" Type="http://schemas.openxmlformats.org/officeDocument/2006/relationships/package" Target="../embeddings/Microsoft_Excel_Worksheet9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Excel_Worksheet8.xlsx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6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23851" y="2321156"/>
            <a:ext cx="6911974" cy="198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株式会社芸文社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ja-JP" altLang="en-US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マツダファンブック</a:t>
            </a:r>
            <a:r>
              <a:rPr lang="en-US" altLang="ja-JP" dirty="0">
                <a:latin typeface="MS Mincho" charset="-128"/>
                <a:ea typeface="MS Mincho" charset="-128"/>
                <a:cs typeface="MS Mincho" charset="-128"/>
              </a:rPr>
              <a:t>vol.16</a:t>
            </a:r>
          </a:p>
          <a:p>
            <a:pPr algn="ctr"/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読者アンケート（</a:t>
            </a:r>
            <a:r>
              <a:rPr lang="en-US" altLang="ja-JP" sz="1600" dirty="0">
                <a:latin typeface="MS Mincho" charset="-128"/>
                <a:ea typeface="MS Mincho" charset="-128"/>
                <a:cs typeface="MS Mincho" charset="-128"/>
              </a:rPr>
              <a:t>WEB</a:t>
            </a:r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）</a:t>
            </a:r>
            <a:endParaRPr lang="en-US" altLang="ja-JP" sz="1600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調査報告書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23925" y="7585381"/>
            <a:ext cx="5111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調査方法		アンケートサイト集計</a:t>
            </a: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調査期間　	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2020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年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10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10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〜 11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30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endParaRPr lang="en-US" altLang="ja-JP" sz="1400" dirty="0">
              <a:latin typeface="MS Mincho" charset="-128"/>
              <a:ea typeface="MS Mincho" charset="-128"/>
              <a:cs typeface="MS Mincho" charset="-128"/>
            </a:endParaRP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回答数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	49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件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5833EA7-5CC6-4E43-A6F8-A2828B59A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3" y="8777655"/>
            <a:ext cx="7077075" cy="67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D44B192-9720-4D07-A3A9-B3041021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B669CD-8008-4CA0-AC52-75CC24A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6" name="図 5" descr="グラフ&#10;&#10;自動的に生成された説明">
            <a:extLst>
              <a:ext uri="{FF2B5EF4-FFF2-40B4-BE49-F238E27FC236}">
                <a16:creationId xmlns:a16="http://schemas.microsoft.com/office/drawing/2014/main" id="{F5302440-CA31-46B3-8AA1-F8C27AFBF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39" y="787400"/>
            <a:ext cx="7086600" cy="4149233"/>
          </a:xfrm>
          <a:prstGeom prst="rect">
            <a:avLst/>
          </a:prstGeom>
        </p:spPr>
      </p:pic>
      <p:pic>
        <p:nvPicPr>
          <p:cNvPr id="8" name="図 7" descr="グラフ&#10;&#10;自動的に生成された説明">
            <a:extLst>
              <a:ext uri="{FF2B5EF4-FFF2-40B4-BE49-F238E27FC236}">
                <a16:creationId xmlns:a16="http://schemas.microsoft.com/office/drawing/2014/main" id="{10EC73D5-E773-47B1-AE2D-B8679676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751" y="5155326"/>
            <a:ext cx="4238171" cy="474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3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D70C983-2454-46BB-8CCF-87C9503E0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2AFB46A-9706-4C3F-A211-F0BC1FB3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017D19-2CA2-4CEA-9EAD-B9D11BD85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264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37BF727-8427-4EEB-9466-26835D56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330C268-9B73-49DE-98F0-7280FF5B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654D605-0007-4543-A540-A36A27CDC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676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34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F7A5D26-AC88-414A-82D0-B98173ED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75FD08-AFA1-495A-8DE4-2B6BCBFA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8997081-9AE8-4390-9B64-024C3AE96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4223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79FA3F-A1EA-4F71-A2E9-FA12A64D7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1965037"/>
            <a:ext cx="7077075" cy="397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7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5B8D79A-01AC-492F-9A63-B2E661F6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E21E70-ED79-4BB5-8E1E-B00A80DC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992C246-D1B7-44C8-B9FC-6D860C3C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21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4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205302-EA88-49E2-9B5F-783D314F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0E477B-4103-4642-9E72-23D68EAB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DF60D97D-65A8-416E-902E-E2A09DA0C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928709"/>
              </p:ext>
            </p:extLst>
          </p:nvPr>
        </p:nvGraphicFramePr>
        <p:xfrm>
          <a:off x="236537" y="787400"/>
          <a:ext cx="7057679" cy="9122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Worksheet" r:id="rId3" imgW="5295900" imgH="6843932" progId="Excel.Sheet.12">
                  <p:embed/>
                </p:oleObj>
              </mc:Choice>
              <mc:Fallback>
                <p:oleObj name="Worksheet" r:id="rId3" imgW="5295900" imgH="68439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7" y="787400"/>
                        <a:ext cx="7057679" cy="9122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20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F85FE7E-77F9-47CB-A425-5D1EE271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756441-1957-45CF-A5DE-028E91FA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ADC7E0E-C03E-44CE-82DD-7796D0B5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16976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2D3DA6B-D81B-4828-A54C-044EC644C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3" y="2197100"/>
            <a:ext cx="7077075" cy="324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5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6A34A1F-A211-4FE8-BE3F-A4194C32B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EDE8C3-4B6C-48B4-828E-D8BB830D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36F6553-7EF4-42B0-892D-AAE49D451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66106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11EACC5-E3F2-4B60-BC11-49D7ABD0E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8" y="2692400"/>
            <a:ext cx="7077075" cy="397520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81BDCC6-330A-49CA-BE64-6279961CF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7" y="6911535"/>
            <a:ext cx="7077075" cy="97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4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D205B78E-F5EC-4180-860F-0096C8A5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527EE60-7571-4B23-86E3-02DBF7CD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8384C26-80CF-424F-B665-22CD6521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00599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6AB35A6-57AE-473B-A0BA-007D49F2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1987550"/>
            <a:ext cx="7077075" cy="280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6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FE163312-54DC-4834-B04B-69D8786A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8EC1507-AC60-4774-818E-22A31D7B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6764B26-E90A-4B2C-977E-09CD48DA3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67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6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6837F65-E86B-406E-A9EE-13B32933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05C155-2214-43DE-89EF-4B1409C61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12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0B520292-F82D-467A-AA70-B7383CBE6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446"/>
              </p:ext>
            </p:extLst>
          </p:nvPr>
        </p:nvGraphicFramePr>
        <p:xfrm>
          <a:off x="236538" y="787400"/>
          <a:ext cx="7086600" cy="9129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Worksheet" r:id="rId3" imgW="5310378" imgH="6843932" progId="Excel.Sheet.12">
                  <p:embed/>
                </p:oleObj>
              </mc:Choice>
              <mc:Fallback>
                <p:oleObj name="Worksheet" r:id="rId3" imgW="5310378" imgH="68439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8" y="787400"/>
                        <a:ext cx="7086600" cy="91294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9602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9EC4ABD-D47E-42A7-9268-D7E91948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426B9E7-2D59-4E96-B3A2-8D2B26AC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707BBF8-D961-4D3C-A22F-2CA9E669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67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7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6D0705B-16E7-49F2-A3DC-7D56949A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7F9A9E-FCB9-4D78-AFD2-53F49DA9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14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2D4813E6-A117-49EA-AF0A-5D138DA0D1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032503"/>
              </p:ext>
            </p:extLst>
          </p:nvPr>
        </p:nvGraphicFramePr>
        <p:xfrm>
          <a:off x="236538" y="787400"/>
          <a:ext cx="7086600" cy="9156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Worksheet" r:id="rId3" imgW="5295900" imgH="6843932" progId="Excel.Sheet.12">
                  <p:embed/>
                </p:oleObj>
              </mc:Choice>
              <mc:Fallback>
                <p:oleObj name="Worksheet" r:id="rId3" imgW="5295900" imgH="68439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8" y="787400"/>
                        <a:ext cx="7086600" cy="9156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0032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0441A44-9F38-4268-84CF-3A30947C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003CBC7-E687-4436-A9C5-B050636E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CF647B-2EB5-44B8-9A80-03B50F85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82483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BCC8B43-5F30-47EB-ADD5-86DEFB438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882900"/>
            <a:ext cx="7077075" cy="470973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B398980-DBF9-4511-8DB4-AB217FA92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38" y="7863300"/>
            <a:ext cx="7077075" cy="97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4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9E8D218-107A-4853-B44D-9CF643F0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2E0636-B507-4A2D-AAC3-B9F55918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FD52E53-7A52-4438-AD7B-1EFCFF75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82483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A3AA804-CD3B-48CF-AC50-2094A053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3" y="2901950"/>
            <a:ext cx="7077075" cy="470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16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CAF58DB-8E6B-44CD-8D76-88FCED7A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2313EE-217E-41A7-9061-19584624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17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FC62B48B-6CEE-4D63-9DFB-20DDD0182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787400"/>
          <a:ext cx="7086600" cy="710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Worksheet" r:id="rId3" imgW="5939028" imgH="595459" progId="Excel.Sheet.12">
                  <p:embed/>
                </p:oleObj>
              </mc:Choice>
              <mc:Fallback>
                <p:oleObj name="Worksheet" r:id="rId3" imgW="5939028" imgH="595459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FC62B48B-6CEE-4D63-9DFB-20DDD0182B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8" y="787400"/>
                        <a:ext cx="7086600" cy="710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42645373-6752-4494-801D-1BF5C854B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46" y="1751013"/>
          <a:ext cx="7072492" cy="188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Worksheet" r:id="rId5" imgW="5939028" imgH="1585583" progId="Excel.Sheet.12">
                  <p:embed/>
                </p:oleObj>
              </mc:Choice>
              <mc:Fallback>
                <p:oleObj name="Worksheet" r:id="rId5" imgW="5939028" imgH="1585583" progId="Excel.Sheet.12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42645373-6752-4494-801D-1BF5C854B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646" y="1751013"/>
                        <a:ext cx="7072492" cy="1888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6808B50C-61BE-444A-9DB7-02A9276E6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46" y="3892906"/>
          <a:ext cx="7086597" cy="710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Worksheet" r:id="rId7" imgW="5939028" imgH="595459" progId="Excel.Sheet.12">
                  <p:embed/>
                </p:oleObj>
              </mc:Choice>
              <mc:Fallback>
                <p:oleObj name="Worksheet" r:id="rId7" imgW="5939028" imgH="595459" progId="Excel.Sheet.12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6808B50C-61BE-444A-9DB7-02A9276E6B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646" y="3892906"/>
                        <a:ext cx="7086597" cy="710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オブジェクト 7">
            <a:extLst>
              <a:ext uri="{FF2B5EF4-FFF2-40B4-BE49-F238E27FC236}">
                <a16:creationId xmlns:a16="http://schemas.microsoft.com/office/drawing/2014/main" id="{9665AF64-B907-4979-9C31-65924AD17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4856519"/>
          <a:ext cx="7072492" cy="1797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Worksheet" r:id="rId9" imgW="5939028" imgH="1509419" progId="Excel.Sheet.12">
                  <p:embed/>
                </p:oleObj>
              </mc:Choice>
              <mc:Fallback>
                <p:oleObj name="Worksheet" r:id="rId9" imgW="5939028" imgH="1509419" progId="Excel.Sheet.12">
                  <p:embed/>
                  <p:pic>
                    <p:nvPicPr>
                      <p:cNvPr id="8" name="オブジェクト 7">
                        <a:extLst>
                          <a:ext uri="{FF2B5EF4-FFF2-40B4-BE49-F238E27FC236}">
                            <a16:creationId xmlns:a16="http://schemas.microsoft.com/office/drawing/2014/main" id="{9665AF64-B907-4979-9C31-65924AD174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6538" y="4856519"/>
                        <a:ext cx="7072492" cy="1797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661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7E715643-0D36-4911-8C07-ABD545BA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0A30D26-FEF5-4DCB-964B-15794148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18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DD4C5C90-F148-4C8C-A91B-FEA9B2AFC9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787400"/>
          <a:ext cx="7086600" cy="4563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Worksheet" r:id="rId3" imgW="5939028" imgH="3824324" progId="Excel.Sheet.12">
                  <p:embed/>
                </p:oleObj>
              </mc:Choice>
              <mc:Fallback>
                <p:oleObj name="Worksheet" r:id="rId3" imgW="5939028" imgH="3824324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DD4C5C90-F148-4C8C-A91B-FEA9B2AFC9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8" y="787400"/>
                        <a:ext cx="7086600" cy="4563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オブジェクト 5">
            <a:extLst>
              <a:ext uri="{FF2B5EF4-FFF2-40B4-BE49-F238E27FC236}">
                <a16:creationId xmlns:a16="http://schemas.microsoft.com/office/drawing/2014/main" id="{48CA2F17-F8ED-4BE0-92F5-813787B109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5493479"/>
          <a:ext cx="7086600" cy="1483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Worksheet" r:id="rId5" imgW="5939028" imgH="1243232" progId="Excel.Sheet.12">
                  <p:embed/>
                </p:oleObj>
              </mc:Choice>
              <mc:Fallback>
                <p:oleObj name="Worksheet" r:id="rId5" imgW="5939028" imgH="1243232" progId="Excel.Sheet.12">
                  <p:embed/>
                  <p:pic>
                    <p:nvPicPr>
                      <p:cNvPr id="6" name="オブジェクト 5">
                        <a:extLst>
                          <a:ext uri="{FF2B5EF4-FFF2-40B4-BE49-F238E27FC236}">
                            <a16:creationId xmlns:a16="http://schemas.microsoft.com/office/drawing/2014/main" id="{48CA2F17-F8ED-4BE0-92F5-813787B109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538" y="5493479"/>
                        <a:ext cx="7086600" cy="1483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>
            <a:extLst>
              <a:ext uri="{FF2B5EF4-FFF2-40B4-BE49-F238E27FC236}">
                <a16:creationId xmlns:a16="http://schemas.microsoft.com/office/drawing/2014/main" id="{65876AFE-C5A5-4DEB-A744-971CC034E4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7119415"/>
          <a:ext cx="7086600" cy="2790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Worksheet" r:id="rId7" imgW="5939028" imgH="2338754" progId="Excel.Sheet.12">
                  <p:embed/>
                </p:oleObj>
              </mc:Choice>
              <mc:Fallback>
                <p:oleObj name="Worksheet" r:id="rId7" imgW="5939028" imgH="2338754" progId="Excel.Sheet.12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65876AFE-C5A5-4DEB-A744-971CC034E4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538" y="7119415"/>
                        <a:ext cx="7086600" cy="2790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6762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845EAFF-3A93-4695-AB4C-D39AA1EE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B0BD9A-EEB0-4C8E-BBB8-79257EFD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302687C-3211-48EB-9773-57DD8658F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47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07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E2ACDF1-47CA-4966-984D-372ED6EB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A1804F9-60A0-4407-8B42-3004E28E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4BA4B90-E219-41DA-8140-42AE3B0B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8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5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BF92C9A-F479-4E5B-BFDB-094168B0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AFB2AF-59E1-48B0-8416-240B44BA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21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F5C82F5F-79A8-49B6-9E8D-60666317F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787400"/>
          <a:ext cx="7103211" cy="868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Worksheet" r:id="rId3" imgW="6005322" imgH="7339379" progId="Excel.Sheet.12">
                  <p:embed/>
                </p:oleObj>
              </mc:Choice>
              <mc:Fallback>
                <p:oleObj name="Worksheet" r:id="rId3" imgW="6005322" imgH="7339379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F5C82F5F-79A8-49B6-9E8D-60666317FA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8" y="787400"/>
                        <a:ext cx="7103211" cy="868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7366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FF2F630-4F35-4B2C-B1F2-286E6175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9E488AC-C4C1-4B41-A8BE-ED864D8F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22</a:t>
            </a:fld>
            <a:endParaRPr kumimoji="1" lang="ja-JP" altLang="en-US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8485E28D-B3F3-4161-A473-909BBF9B1E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538" y="787400"/>
          <a:ext cx="7062256" cy="431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Worksheet" r:id="rId3" imgW="6005322" imgH="3671997" progId="Excel.Sheet.12">
                  <p:embed/>
                </p:oleObj>
              </mc:Choice>
              <mc:Fallback>
                <p:oleObj name="Worksheet" r:id="rId3" imgW="6005322" imgH="3671997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8485E28D-B3F3-4161-A473-909BBF9B1E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538" y="787400"/>
                        <a:ext cx="7062256" cy="431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625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47E5CA1F-E184-4E84-B63D-969B52B1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B956DC2-1001-46ED-BC80-AF02754B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6D28554-A9E4-4989-92BD-19236D062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399"/>
            <a:ext cx="7077075" cy="85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88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A3F9E34-0067-44D0-B419-F7515E98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94E2B7-3774-4C90-9553-8E88AAB6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24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FA0A078-2694-4E1E-AF5E-B321D5AAA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349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55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4621DD9-059A-4AA8-BFF7-2BBD4A4A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D2DFB5C-208A-4D0E-8426-FF7682F2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2BE5C29-4B06-49E1-8529-7EBCDF506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805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28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6BD6A7A-237A-44A6-9E85-071D50C3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8FACDE-5987-4452-B8A9-CAE2AD82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26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0D8691F-7DE7-424E-81FC-D27A515D9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215236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DE4D9EE-A0E5-4C20-8105-BDE682167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3" y="3244850"/>
            <a:ext cx="7077075" cy="470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1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26D7C0D-8526-4643-8818-BB83D25D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マツダファンブック</a:t>
            </a:r>
            <a:r>
              <a:rPr kumimoji="1" lang="en-US" altLang="ja-JP"/>
              <a:t>vol.16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49C2D33-D0CD-487E-A823-BED63C82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27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9ABBB6-A483-460F-97BE-89222483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787400"/>
            <a:ext cx="7077075" cy="116976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33BE586-1ED6-47D5-9AE1-5F03A18A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216150"/>
            <a:ext cx="7077075" cy="236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54175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11927</TotalTime>
  <Words>187</Words>
  <Application>Microsoft Office PowerPoint</Application>
  <PresentationFormat>ユーザー設定</PresentationFormat>
  <Paragraphs>65</Paragraphs>
  <Slides>27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4" baseType="lpstr">
      <vt:lpstr>MS Mincho</vt:lpstr>
      <vt:lpstr>Yu Gothic</vt:lpstr>
      <vt:lpstr>Arial</vt:lpstr>
      <vt:lpstr>Calibri</vt:lpstr>
      <vt:lpstr>Calibri Light</vt:lpstr>
      <vt:lpstr>ホワイト</vt:lpstr>
      <vt:lpstr>Microsoft Excel ワークシート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住岡 秀宣</dc:creator>
  <cp:lastModifiedBy>久保田　歩美</cp:lastModifiedBy>
  <cp:revision>93</cp:revision>
  <cp:lastPrinted>2015-12-08T07:36:09Z</cp:lastPrinted>
  <dcterms:created xsi:type="dcterms:W3CDTF">2015-10-23T07:42:10Z</dcterms:created>
  <dcterms:modified xsi:type="dcterms:W3CDTF">2020-12-01T01:51:54Z</dcterms:modified>
</cp:coreProperties>
</file>